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120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56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59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6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1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3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7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49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79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30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27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8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3D3EC880-99DD-D2F1-6ABD-C4FA160479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1002" r="-1" b="-1"/>
          <a:stretch>
            <a:fillRect/>
          </a:stretch>
        </p:blipFill>
        <p:spPr>
          <a:xfrm>
            <a:off x="20" y="10"/>
            <a:ext cx="914375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2477" y="992221"/>
            <a:ext cx="4685481" cy="4873558"/>
          </a:xfrm>
        </p:spPr>
        <p:txBody>
          <a:bodyPr anchor="ctr">
            <a:normAutofit/>
          </a:bodyPr>
          <a:lstStyle/>
          <a:p>
            <a:r>
              <a:rPr lang="en-ZA" sz="4200"/>
              <a:t>Contract Monthly Claim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042" y="996610"/>
            <a:ext cx="2522925" cy="4864780"/>
          </a:xfrm>
        </p:spPr>
        <p:txBody>
          <a:bodyPr anchor="ctr">
            <a:normAutofit/>
          </a:bodyPr>
          <a:lstStyle/>
          <a:p>
            <a:pPr algn="r"/>
            <a:r>
              <a:rPr lang="en-ZA" sz="1700"/>
              <a:t>Automated WPF Application – POE Presentation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Streamlined Contract Monthly Claim submission</a:t>
            </a:r>
          </a:p>
          <a:p>
            <a:r>
              <a:rPr dirty="0"/>
              <a:t>Lecturer, Coordinator, and Manager portals</a:t>
            </a:r>
          </a:p>
          <a:p>
            <a:r>
              <a:rPr dirty="0"/>
              <a:t>Automation and validation features</a:t>
            </a:r>
          </a:p>
          <a:p>
            <a:r>
              <a:rPr dirty="0"/>
              <a:t>Enhanced accuracy and workflow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Submit claims for hours worked</a:t>
            </a:r>
          </a:p>
          <a:p>
            <a:r>
              <a:rPr dirty="0"/>
              <a:t>Auto-hour validation and total calculation</a:t>
            </a:r>
          </a:p>
          <a:p>
            <a:r>
              <a:rPr dirty="0"/>
              <a:t>Real-time error detection</a:t>
            </a:r>
          </a:p>
          <a:p>
            <a:r>
              <a:rPr dirty="0"/>
              <a:t>Generates unique Claim 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Coordinator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Validates Lecturer submissions</a:t>
            </a:r>
          </a:p>
          <a:p>
            <a:r>
              <a:rPr dirty="0"/>
              <a:t>Auto-detection of irregularities</a:t>
            </a:r>
          </a:p>
          <a:p>
            <a:r>
              <a:rPr dirty="0"/>
              <a:t>Batch approval of claims</a:t>
            </a:r>
          </a:p>
          <a:p>
            <a:r>
              <a:rPr dirty="0"/>
              <a:t>Highlights claims requiring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Final approval or rejection of claims</a:t>
            </a:r>
          </a:p>
          <a:p>
            <a:r>
              <a:rPr dirty="0"/>
              <a:t>Displays complete claim details</a:t>
            </a:r>
          </a:p>
          <a:p>
            <a:r>
              <a:rPr dirty="0"/>
              <a:t>Export approved claims to CSV</a:t>
            </a:r>
          </a:p>
          <a:p>
            <a:r>
              <a:rPr dirty="0"/>
              <a:t>Ensures compliance and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Automation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Automated total calculation</a:t>
            </a:r>
          </a:p>
          <a:p>
            <a:r>
              <a:rPr dirty="0"/>
              <a:t>Auto-detect invalid hour entries</a:t>
            </a:r>
          </a:p>
          <a:p>
            <a:r>
              <a:rPr dirty="0"/>
              <a:t>Batch claim approval</a:t>
            </a:r>
          </a:p>
          <a:p>
            <a:r>
              <a:rPr dirty="0"/>
              <a:t>CSV export of final approved claims</a:t>
            </a:r>
          </a:p>
          <a:p>
            <a:r>
              <a:rPr dirty="0" err="1"/>
              <a:t>Centralised</a:t>
            </a:r>
            <a:r>
              <a:rPr dirty="0"/>
              <a:t> claim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Saves time and reduces manual errors</a:t>
            </a:r>
          </a:p>
          <a:p>
            <a:r>
              <a:rPr dirty="0"/>
              <a:t>Enhances workflow efficiency</a:t>
            </a:r>
          </a:p>
          <a:p>
            <a:r>
              <a:rPr dirty="0"/>
              <a:t>Provides clear audit trail</a:t>
            </a:r>
          </a:p>
          <a:p>
            <a:r>
              <a:rPr dirty="0"/>
              <a:t>Improves communication between roles</a:t>
            </a:r>
          </a:p>
          <a:p>
            <a:r>
              <a:rPr dirty="0"/>
              <a:t>Ensures accuracy in claim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F891EB-ED45-44C3-95D6-FFB2EC07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A385B8-7C85-4CE0-AE3A-00EB627B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53" y="804519"/>
            <a:ext cx="2431365" cy="4431360"/>
          </a:xfrm>
        </p:spPr>
        <p:txBody>
          <a:bodyPr anchor="ctr">
            <a:normAutofit/>
          </a:bodyPr>
          <a:lstStyle/>
          <a:p>
            <a:r>
              <a:rPr lang="en-ZA" sz="2700" dirty="0"/>
              <a:t>Conclusion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AF263B-E208-40DF-A182-5193478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8867" y="890353"/>
            <a:ext cx="0" cy="457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8397" y="804520"/>
            <a:ext cx="4576919" cy="4431359"/>
          </a:xfrm>
        </p:spPr>
        <p:txBody>
          <a:bodyPr anchor="ctr">
            <a:normAutofit/>
          </a:bodyPr>
          <a:lstStyle/>
          <a:p>
            <a:r>
              <a:rPr dirty="0"/>
              <a:t>The Contract Monthly Claim System provides a modern, automated,</a:t>
            </a:r>
          </a:p>
          <a:p>
            <a:r>
              <a:rPr dirty="0"/>
              <a:t>and reliable solution for managing contract-based claim submissions.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C0100C-A457-45B1-8A8B-8740F43EC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156</Words>
  <Application>Microsoft Macintosh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Contract Monthly Claim System</vt:lpstr>
      <vt:lpstr>System Overview</vt:lpstr>
      <vt:lpstr>Lecturer Dashboard</vt:lpstr>
      <vt:lpstr>Coordinator Dashboard</vt:lpstr>
      <vt:lpstr>Manager Dashboard</vt:lpstr>
      <vt:lpstr>Key Automation Features</vt:lpstr>
      <vt:lpstr>System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Grunewald</cp:lastModifiedBy>
  <cp:revision>3</cp:revision>
  <dcterms:created xsi:type="dcterms:W3CDTF">2013-01-27T09:14:16Z</dcterms:created>
  <dcterms:modified xsi:type="dcterms:W3CDTF">2025-11-21T17:46:45Z</dcterms:modified>
  <cp:category/>
</cp:coreProperties>
</file>